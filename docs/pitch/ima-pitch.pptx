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381000"/>
            <a:ext cx="1752600" cy="1752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0" y="800100"/>
            <a:ext cx="1924050" cy="4857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9734550" y="1038225"/>
            <a:ext cx="114300" cy="1143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848850" y="1152525"/>
            <a:ext cx="76200" cy="762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53394"/>
            <a:ext cx="4953000" cy="31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914400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6172200" y="2672060"/>
            <a:ext cx="5645658" cy="1766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「次どこ行く？」を、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4645223"/>
            <a:ext cx="5645658" cy="5466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</a:t>
            </a:r>
          </a:p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次に入るお店を絞り込める iPhone アプリ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652861"/>
            <a:ext cx="1309688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3200549"/>
            <a:ext cx="1465064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42950" y="3691086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76275" y="3786336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232297" y="4305300"/>
            <a:ext cx="2425303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409950" y="47958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524250" y="48910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5410051"/>
            <a:ext cx="3048000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42950" y="5900589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275" y="5995839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76700" y="1562398"/>
          <a:ext cx="7505700" cy="474315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2847975"/>
                <a:gridCol w="2847975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つまずき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起きていること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なぜ起きるか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4839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「どこでもいいよ」と任され、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1人で地図と検索を行き来する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同行者の気分・体力・予算が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言葉にならないまま任され、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探す人が推し量るしかない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41252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検索結果が一覧で並び、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比べているうちに時間が過ぎる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検索サービスは条件に合う店を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広く並べ、同行者に合う数件へ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絞る作業は探す役に残る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3440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評価や写真を見比べても、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「なぜここか」を同行者に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説明しにくい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候補ごとに、同行者のどの希望に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合うかが添えられていない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076700" y="2593777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076700" y="403621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076700" y="547642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外出中の「次どこ行く？」は探す負担が1人に集まり、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候補を前に決めきれない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6290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想定する場面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40521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" y="2776686"/>
            <a:ext cx="102450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324374"/>
            <a:ext cx="118610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5976" y="4057650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3747" y="4429125"/>
            <a:ext cx="218474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6240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533876"/>
            <a:ext cx="136626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0370" y="2612827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0550" y="2459534"/>
            <a:ext cx="1015841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0370" y="405526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0550" y="390197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0370" y="549547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0550" y="534218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360414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09383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18908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415605"/>
            <a:ext cx="2378422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09600" y="4206180"/>
            <a:ext cx="2379613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2950" y="493960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76275" y="503485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5166122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95325" y="5821412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657350" y="5166122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743075" y="5821412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705100" y="5166122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790825" y="5821412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076700" y="1562398"/>
          <a:ext cx="7505700" cy="4743153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3543300"/>
                <a:gridCol w="21526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ima の特徴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ユーザーと ima の動き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応えるつまずき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46758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希望をそのまま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伝えられる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ユーザーは状況をそのまま書くか、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5つの質問にタップで答えて探し始める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場所など提案に欠かせない情報が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足りないときだけ、AIが原則1つ聞き返す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41252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3件以内に絞る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AIがホットペッパーグルメの掲載店から、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主提案1件と別案最大2件をカードで並べる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ユーザーが店舗詳細を見て、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「ここにする」で決める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36043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理由を添える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AIが、重視した希望と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それに合う店舗情報を短く添える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AIが、掲載情報で確かめた事実と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推測を分けて書く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9563100" y="2592884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563100" y="4034582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563100" y="5475536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とは、希望を伝えるだけで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次に入るお店を理由付きで3件以内に絞る iPhone アプリ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使い方の例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2112764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2484239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167955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3539430"/>
            <a:ext cx="2135993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330005"/>
            <a:ext cx="2137231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1件目は定食があり、掲載の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予算目安が4,000円以内です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325" y="5289947"/>
            <a:ext cx="46497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325" y="5556647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878562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43075" y="5289947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3075" y="5556647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2694" y="5878562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90825" y="5289947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0825" y="5556647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90444" y="5878562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6950" y="2476798"/>
            <a:ext cx="81168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86950" y="2697659"/>
            <a:ext cx="905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6770" y="2611934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6950" y="3918496"/>
            <a:ext cx="96538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6950" y="4139357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6770" y="4053632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6950" y="5359450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86950" y="5580311"/>
            <a:ext cx="80843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6770" y="5494586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