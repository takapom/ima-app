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0" y="381000"/>
            <a:ext cx="1752600" cy="1752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0" y="800100"/>
            <a:ext cx="1924050" cy="4857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9734550" y="1038225"/>
            <a:ext cx="114300" cy="1143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848850" y="1152525"/>
            <a:ext cx="76200" cy="762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6" name="Picture 5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53394"/>
            <a:ext cx="4953000" cy="31416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914400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6172200" y="2672060"/>
            <a:ext cx="5645658" cy="1766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「次どこ行く？」を、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に聞いて決める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4645223"/>
            <a:ext cx="5645658" cy="54664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外出中に希望を伝えるだけで、</a:t>
            </a:r>
          </a:p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次に入るお店を絞り込める iPhone アプリ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652861"/>
            <a:ext cx="1309688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3200549"/>
            <a:ext cx="1465064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42950" y="3691086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76275" y="3786336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232297" y="4305300"/>
            <a:ext cx="2425303" cy="490538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409950" y="47958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524250" y="48910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9600" y="5410051"/>
            <a:ext cx="3048000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42950" y="5900589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6275" y="5995839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76700" y="1562398"/>
          <a:ext cx="7505700" cy="474315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2847975"/>
                <a:gridCol w="2847975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つまずき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起きていること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なぜ起きるか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48395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「どこでもいいよ」と任され、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1人で地図と検索を行き来する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同行者の気分・体力・予算を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聞けないまま店選びを任され、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探す役が推し量るしかない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41252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検索結果が一覧で並び、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比べているうちに時間が過ぎる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検索サービスは条件に合う店を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広く並べ、同行者に合う数件へ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絞る作業は探す役に残る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34405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評価や写真を見比べても、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「なぜここか」を同行者に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説明しにくい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候補ごとに、同行者のどの希望に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合うかが添えられていない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4076700" y="2593777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076700" y="4036219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076700" y="5476429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外出中の「次どこ行く？」は探す負担が1人に集まり、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候補を前に決めきれない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629073"/>
            <a:ext cx="108889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想定する場面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405211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" y="2776686"/>
            <a:ext cx="102450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3324374"/>
            <a:ext cx="118610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5976" y="4057650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3747" y="4429125"/>
            <a:ext cx="218474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162401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533876"/>
            <a:ext cx="1366266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0370" y="2612827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0550" y="2459534"/>
            <a:ext cx="1015841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50370" y="4055269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0550" y="3901976"/>
            <a:ext cx="1088898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決めきれない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50370" y="5495479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0550" y="5342186"/>
            <a:ext cx="1088898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伝えにくい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885825" y="2296120"/>
            <a:ext cx="2771775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09950" y="3029545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24250" y="3124795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3287018"/>
            <a:ext cx="2378422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09600" y="4077593"/>
            <a:ext cx="2379613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2950" y="4811018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76275" y="4906268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9600" y="4973241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95325" y="5628531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657350" y="4973241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743075" y="5628531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705100" y="4973241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790825" y="5628531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076700" y="1562398"/>
          <a:ext cx="7505700" cy="448597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3543300"/>
                <a:gridCol w="2152650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ima の特徴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ユーザーと ima の動き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対応するつまずき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360736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希望をそのまま</a:t>
                      </a:r>
                      <a:endParaRPr sz="100"/>
                    </a:p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受け取る</a:t>
                      </a:r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ユーザーは状況をそのまま書くか、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5つの質問にタップで答えて探し始める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場所など提案に欠かせない情報が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足りないときだけ、AIが原則1問聞き返す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355527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3件以内に絞る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AIがホットペッパーグルメの掲載店から、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主提案1件と別案最大2件をカードで並べる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ユーザーが店舗詳細を見て、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「ここにする」で決める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350615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理由を添える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AIが、重視した希望と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それに合う店舗情報を短く添える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AIが、掲載情報で確かめた事実と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推測を分けて書く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9563100" y="2549872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563100" y="3905696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563100" y="5261074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とは、希望を伝えるだけで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次に入るお店を理由付きで3件以内に絞る iPhone アプリ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629073"/>
            <a:ext cx="91059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使い方の例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4681" y="2048470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2419945"/>
            <a:ext cx="2545080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友だちと和食の定食が食べたい、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3039368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3410843"/>
            <a:ext cx="2135993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近くの和食店から、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条件に合う3件を選びました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201418"/>
            <a:ext cx="2137231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1件目は定食があり、掲載の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予算目安が4,000円以内です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325" y="5097066"/>
            <a:ext cx="46497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325" y="5363766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685681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43075" y="5097066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43075" y="5363766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2694" y="5685681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90825" y="5097066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0825" y="5363766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90444" y="5685681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6950" y="2433786"/>
            <a:ext cx="81168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86950" y="2654647"/>
            <a:ext cx="90517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1人に集まる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6770" y="2568922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6950" y="3789611"/>
            <a:ext cx="96538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86950" y="4010471"/>
            <a:ext cx="97018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決めきれない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6770" y="3924746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86950" y="5144988"/>
            <a:ext cx="97018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86950" y="5365849"/>
            <a:ext cx="80843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伝えにくい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36770" y="5280124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143625"/>
            <a:ext cx="334204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店舗データ：Powered by </a:t>
            </a:r>
            <a:r>
              <a:rPr sz="900" b="0" i="0" u="sng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 Webサービス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4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1828800" y="1562398"/>
            <a:ext cx="2366962" cy="609600"/>
          </a:xfrm>
          <a:custGeom>
            <a:avLst/>
            <a:gdLst/>
            <a:ahLst/>
            <a:cxnLst/>
            <a:rect l="l" t="t" r="r" b="b"/>
            <a:pathLst>
              <a:path w="2366962" h="609600">
                <a:moveTo>
                  <a:pt x="0" y="0"/>
                </a:moveTo>
                <a:lnTo>
                  <a:pt x="2157412" y="0"/>
                </a:lnTo>
                <a:lnTo>
                  <a:pt x="2366962" y="304800"/>
                </a:lnTo>
                <a:lnTo>
                  <a:pt x="2157412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4291012" y="1562398"/>
            <a:ext cx="2366963" cy="609600"/>
          </a:xfrm>
          <a:custGeom>
            <a:avLst/>
            <a:gdLst/>
            <a:ahLst/>
            <a:cxnLst/>
            <a:rect l="l" t="t" r="r" b="b"/>
            <a:pathLst>
              <a:path w="2366963" h="609600">
                <a:moveTo>
                  <a:pt x="0" y="0"/>
                </a:moveTo>
                <a:lnTo>
                  <a:pt x="2157413" y="0"/>
                </a:lnTo>
                <a:lnTo>
                  <a:pt x="2366963" y="304800"/>
                </a:lnTo>
                <a:lnTo>
                  <a:pt x="2157413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6753225" y="1562398"/>
            <a:ext cx="2366963" cy="609600"/>
          </a:xfrm>
          <a:custGeom>
            <a:avLst/>
            <a:gdLst/>
            <a:ahLst/>
            <a:cxnLst/>
            <a:rect l="l" t="t" r="r" b="b"/>
            <a:pathLst>
              <a:path w="2366963" h="609600">
                <a:moveTo>
                  <a:pt x="0" y="0"/>
                </a:moveTo>
                <a:lnTo>
                  <a:pt x="2157413" y="0"/>
                </a:lnTo>
                <a:lnTo>
                  <a:pt x="2366963" y="304800"/>
                </a:lnTo>
                <a:lnTo>
                  <a:pt x="2157413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Freeform 5"/>
          <p:cNvSpPr/>
          <p:nvPr/>
        </p:nvSpPr>
        <p:spPr>
          <a:xfrm>
            <a:off x="9215438" y="1562398"/>
            <a:ext cx="2366962" cy="609600"/>
          </a:xfrm>
          <a:custGeom>
            <a:avLst/>
            <a:gdLst/>
            <a:ahLst/>
            <a:cxnLst/>
            <a:rect l="l" t="t" r="r" b="b"/>
            <a:pathLst>
              <a:path w="2366962" h="609600">
                <a:moveTo>
                  <a:pt x="0" y="0"/>
                </a:moveTo>
                <a:lnTo>
                  <a:pt x="2157412" y="0"/>
                </a:lnTo>
                <a:lnTo>
                  <a:pt x="2366962" y="304800"/>
                </a:lnTo>
                <a:lnTo>
                  <a:pt x="2157412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609600" y="2181523"/>
            <a:ext cx="11239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1828800" y="2181523"/>
            <a:ext cx="236696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4291012" y="2181523"/>
            <a:ext cx="236696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6753225" y="2181523"/>
            <a:ext cx="236696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215438" y="2181523"/>
            <a:ext cx="236696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09600" y="3248323"/>
            <a:ext cx="11239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828800" y="3248323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4291012" y="3248323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753225" y="3248323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9215438" y="3248323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09600" y="4779318"/>
            <a:ext cx="11239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1828800" y="4779318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4291012" y="4779318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6753225" y="4779318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9215438" y="4779318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2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ユーザーは入口を選んで希望を伝え、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届いた候補から「ここにする」で決める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250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1586" y="1743373"/>
            <a:ext cx="91059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入口を選ぶ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4862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6198" y="1743373"/>
            <a:ext cx="108363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希望を伝える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075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8411" y="1743373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候補を絞り込む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39288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0623" y="1743373"/>
            <a:ext cx="108889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決めて向かう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593479"/>
            <a:ext cx="37566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画面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85950" y="2595414"/>
            <a:ext cx="65318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8162" y="2595414"/>
            <a:ext cx="200427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チャット、または5つの質問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0375" y="2595414"/>
            <a:ext cx="128717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588" y="2595414"/>
            <a:ext cx="65318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889921"/>
            <a:ext cx="7287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85950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「チャットで話す」か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「質問に答える」を選ぶ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8162" y="3648075"/>
            <a:ext cx="2381631" cy="7161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状況をそのまま書くか、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誰と・食べたいもの・系統・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予算・雰囲気に答える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0375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条件の追加・変更・比較を、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同じ会話のまま頼む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2588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「店舗詳細を見る」から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5420916"/>
            <a:ext cx="35059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85950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案内役の犬 maru が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起動のたびに入口を尋ねる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8162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質問の回答を1文にまとめ、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会話の最初の発言として送る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0375" y="5179070"/>
            <a:ext cx="2381631" cy="7161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地名がなければ現在地の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1km圏から3km圏まで広げて、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主提案1件と別案最大2件を返す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72588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決めたお店を保存一覧に残し、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Google Maps や共有へ進める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2528888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3424238" y="1971973"/>
            <a:ext cx="25288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3424238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6238875" y="1971973"/>
            <a:ext cx="25288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6238875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9053512" y="1971973"/>
            <a:ext cx="2528888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9053512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1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の主要画面は、起動画面での入口の選択から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店舗詳細の「ここにする」までを順につなぐ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375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" y="5372398"/>
            <a:ext cx="235175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がチャットか質問かを尋ねる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" y="5651004"/>
            <a:ext cx="18022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選んだ入口へそのまま進む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238" y="1629073"/>
            <a:ext cx="37566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012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5688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誰と・食べたいもの・系統・予算・雰囲気をタップで答える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5688" y="5872460"/>
            <a:ext cx="2025789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答えは1文になって会話へ渡る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8875" y="1629073"/>
            <a:ext cx="144551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3650" y="3285530"/>
            <a:ext cx="1256538" cy="7752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候補カードが並んだ会話の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0325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主提案と別案を</a:t>
            </a:r>
            <a:br/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同じ大きさのカードで並べる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0325" y="5872460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カードから保存・地図・</a:t>
            </a:r>
            <a:br/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店舗詳細へ進む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3512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8288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店舗詳細の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4962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営業時間・定休日・アクセス・</a:t>
            </a:r>
            <a:br/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予算を出典つきで表示する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4962" y="5872460"/>
            <a:ext cx="165508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6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885825" y="2347168"/>
            <a:ext cx="2771775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09950" y="3080593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24250" y="3175843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3389114"/>
            <a:ext cx="3048000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42950" y="4122539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76275" y="4217789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85825" y="4431060"/>
            <a:ext cx="2771775" cy="490538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09950" y="4921597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524250" y="5016847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09600" y="5230118"/>
            <a:ext cx="3048000" cy="9763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2950" y="6206430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76275" y="6301680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076700" y="1562398"/>
          <a:ext cx="7505700" cy="4743153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90750"/>
                <a:gridCol w="5314950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場面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 の判断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62385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場所の指定がない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現在地が使えれば聞き返さず、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周辺を1km圏から3km圏まで広げて探す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現在地が使えなければ理由を伝え、駅名や地名を尋ねる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103263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条件が変わった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変わっていない希望を引き継ぐ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変更点が分かれば選び直し、分からなければ聞き返す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062038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説明や比較を</a:t>
                      </a:r>
                      <a:endParaRPr sz="100"/>
                    </a:p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求められた</a:t>
                      </a:r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カードを出し直さず、メッセージで答える</a:t>
                      </a:r>
                      <a:endParaRPr sz="1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696367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条件に合う店がない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条件に合わない店で数を埋めず、見つからなかったことを伝える</a:t>
                      </a:r>
                      <a:endParaRPr sz="1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は、変わった点だけを反映して選び直し、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足りない情報や見つからないことは言葉で伝える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629073"/>
            <a:ext cx="233705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条件を変えたときの会話の例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4681" y="2099518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275" y="2470993"/>
            <a:ext cx="2545080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友だちと和食の定食が食べたい、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141464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3512939"/>
            <a:ext cx="2832354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近くの和食店から、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条件に合う3件を選びました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4681" y="4183410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4554885"/>
            <a:ext cx="254508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やっぱり個室があるところがいい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982468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353943"/>
            <a:ext cx="2832354" cy="723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和食の定食・4,000円以内は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そのままに、個室のある店で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選び直しました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7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4563814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pic>
        <p:nvPicPr>
          <p:cNvPr id="4" name="Picture 3" descr="img_7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400598"/>
            <a:ext cx="1676400" cy="1676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4438948"/>
            <a:ext cx="1065461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23900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7225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8" name="Picture 7" descr="img_7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6672" y="2400598"/>
            <a:ext cx="1676400" cy="1676400"/>
          </a:xfrm>
          <a:prstGeom prst="rect">
            <a:avLst/>
          </a:prstGeom>
        </p:spPr>
      </p:pic>
      <p:pic>
        <p:nvPicPr>
          <p:cNvPr id="9" name="Picture 8" descr="img_7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2344" y="2400598"/>
            <a:ext cx="1676400" cy="1676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740944" y="4438948"/>
            <a:ext cx="912614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855244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88569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5497264" y="1971973"/>
            <a:ext cx="60849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pic>
        <p:nvPicPr>
          <p:cNvPr id="14" name="Picture 13" descr="img_7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8664" y="2400598"/>
            <a:ext cx="1676400" cy="1676400"/>
          </a:xfrm>
          <a:prstGeom prst="rect">
            <a:avLst/>
          </a:prstGeom>
        </p:spPr>
      </p:pic>
      <p:pic>
        <p:nvPicPr>
          <p:cNvPr id="15" name="Picture 14" descr="img_7_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3174" y="2400598"/>
            <a:ext cx="1676400" cy="1676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051774" y="4438948"/>
            <a:ext cx="1066949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166074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099399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9" name="Picture 18" descr="img_7_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7833" y="2400598"/>
            <a:ext cx="1676400" cy="1676400"/>
          </a:xfrm>
          <a:prstGeom prst="rect">
            <a:avLst/>
          </a:prstGeom>
        </p:spPr>
      </p:pic>
      <p:pic>
        <p:nvPicPr>
          <p:cNvPr id="20" name="Picture 19" descr="img_7_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2343" y="2400598"/>
            <a:ext cx="1676400" cy="1676400"/>
          </a:xfrm>
          <a:prstGeom prst="rect">
            <a:avLst/>
          </a:prstGeom>
        </p:spPr>
      </p:pic>
      <p:sp>
        <p:nvSpPr>
          <p:cNvPr id="2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は入口から決定までの場面ごとに姿を変え、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がいま何をしているかを伝える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629073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起動画面と質問画面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096048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375" y="4524673"/>
            <a:ext cx="909197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チャットから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始める？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5272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5272" y="4448473"/>
            <a:ext cx="1508665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質問の横で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虫眼鏡をのぞく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0944" y="4096048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答え終えたとき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5719" y="4524673"/>
            <a:ext cx="750237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探してくる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わん！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7264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会話画面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97264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検索中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7264" y="4448473"/>
            <a:ext cx="75472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走って探す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1774" y="4096048"/>
            <a:ext cx="65922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候補0件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6549" y="4524673"/>
            <a:ext cx="910745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見つから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なかったわん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1774" y="5129510"/>
            <a:ext cx="1497211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検索結果が0件の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ときだけ言う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6433" y="4096048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失敗・取り消し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6433" y="4448473"/>
            <a:ext cx="1059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困った顔になる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0943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決定後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0943" y="4448473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喜ぶ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