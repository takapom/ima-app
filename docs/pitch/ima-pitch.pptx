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0" y="381000"/>
            <a:ext cx="1752600" cy="1752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0" y="800100"/>
            <a:ext cx="1924050" cy="4857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9734550" y="1038225"/>
            <a:ext cx="114300" cy="1143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848850" y="1152525"/>
            <a:ext cx="76200" cy="762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" name="Picture 5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53394"/>
            <a:ext cx="4953000" cy="31416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914400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6172200" y="2672060"/>
            <a:ext cx="5645658" cy="1766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「次どこ行く？」を、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に聞いて決める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4645223"/>
            <a:ext cx="5645658" cy="54664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外出中に希望を伝えるだけで、</a:t>
            </a:r>
          </a:p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次に入るお店を絞り込める iPhone アプリ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652861"/>
            <a:ext cx="1309688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3200549"/>
            <a:ext cx="1465064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42950" y="3691086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76275" y="3786336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232297" y="4305300"/>
            <a:ext cx="2425303" cy="490538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409950" y="47958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524250" y="48910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5410051"/>
            <a:ext cx="3048000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42950" y="5900589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6275" y="5995839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76700" y="1562398"/>
          <a:ext cx="7505700" cy="474315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2847975"/>
                <a:gridCol w="2847975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つまずき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起きていること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なぜ起きるか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4839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「どこでもいいよ」と任され、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1人で地図と検索を行き来する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同行者の気分・体力・予算を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聞けないまま店選びを任され、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探す役が推し量るしかない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41252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検索結果が一覧で並び、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比べているうちに時間が過ぎる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検索サービスは条件に合う店を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広く並べ、同行者に合う数件へ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絞る作業は探す役に残る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3440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評価や写真を見比べても、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「なぜここか」を同行者に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説明しにくい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候補ごとに、同行者のどの希望に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合うかが添えられていない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076700" y="2593777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076700" y="403621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076700" y="547642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外出中の「次どこ行く？」は探す負担が1人に集まり、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候補を前に決めきれない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629073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想定する場面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40521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" y="2776686"/>
            <a:ext cx="102450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3324374"/>
            <a:ext cx="118610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5976" y="4057650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3747" y="4429125"/>
            <a:ext cx="218474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16240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533876"/>
            <a:ext cx="1366266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0370" y="2612827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0550" y="2459534"/>
            <a:ext cx="1015841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50370" y="405526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0550" y="390197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0370" y="549547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0550" y="534218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885825" y="2296120"/>
            <a:ext cx="2771775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09950" y="3029545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24250" y="3124795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3287018"/>
            <a:ext cx="2378422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09600" y="4077593"/>
            <a:ext cx="2379613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2950" y="4811018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76275" y="4906268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4973241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95325" y="5628531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657350" y="4973241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743075" y="5628531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705100" y="4973241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790825" y="5628531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076700" y="1562398"/>
          <a:ext cx="7505700" cy="448597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3543300"/>
                <a:gridCol w="2152650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ima の特徴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ユーザーと ima の動き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対応するつまずき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360736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希望をそのまま</a:t>
                      </a:r>
                      <a:endParaRPr sz="100"/>
                    </a:p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受け取る</a:t>
                      </a:r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ユーザーは状況をそのまま書くか、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5つの質問にタップで答えて探し始める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場所など提案に欠かせない情報が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足りないときだけ、AIが原則1問聞き返す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355527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3件以内に絞る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AIがホットペッパーグルメの掲載店から、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主提案1件と別案最大2件をカードで並べる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ユーザーが店舗詳細を見て、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「ここにする」で決める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350615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理由を添える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AIが、重視した希望と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それに合う店舗情報を短く添える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AIが、掲載情報で確かめた事実と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推測を分けて書く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9563100" y="2549872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563100" y="3905696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563100" y="5261074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とは、希望を伝えるだけで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次に入るお店を理由付きで3件以内に絞る iPhone アプリ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6290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使い方の例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4681" y="2048470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2419945"/>
            <a:ext cx="2545080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友だちと和食の定食が食べたい、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3039368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3410843"/>
            <a:ext cx="2135993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近くの和食店から、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条件に合う3件を選びました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201418"/>
            <a:ext cx="2137231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1件目は定食があり、掲載の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予算目安が4,000円以内です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325" y="5097066"/>
            <a:ext cx="46497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325" y="5363766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685681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43075" y="5097066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43075" y="5363766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2694" y="5685681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90825" y="5097066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0825" y="5363766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90444" y="5685681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6950" y="2433786"/>
            <a:ext cx="81168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86950" y="2654647"/>
            <a:ext cx="90517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6770" y="2568922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6950" y="3789611"/>
            <a:ext cx="96538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6950" y="4010471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6770" y="3924746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86950" y="5144988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86950" y="5365849"/>
            <a:ext cx="80843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6770" y="5280124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143625"/>
            <a:ext cx="334204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店舗データ：Powered by </a:t>
            </a:r>
            <a:r>
              <a:rPr sz="900" b="0" i="0" u="sng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 Webサービス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4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1828800" y="1562398"/>
            <a:ext cx="2366962" cy="609600"/>
          </a:xfrm>
          <a:custGeom>
            <a:avLst/>
            <a:gdLst/>
            <a:ahLst/>
            <a:cxnLst/>
            <a:rect l="l" t="t" r="r" b="b"/>
            <a:pathLst>
              <a:path w="2366962" h="609600">
                <a:moveTo>
                  <a:pt x="0" y="0"/>
                </a:moveTo>
                <a:lnTo>
                  <a:pt x="2157412" y="0"/>
                </a:lnTo>
                <a:lnTo>
                  <a:pt x="2366962" y="304800"/>
                </a:lnTo>
                <a:lnTo>
                  <a:pt x="2157412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4291012" y="1562398"/>
            <a:ext cx="2366963" cy="609600"/>
          </a:xfrm>
          <a:custGeom>
            <a:avLst/>
            <a:gdLst/>
            <a:ahLst/>
            <a:cxnLst/>
            <a:rect l="l" t="t" r="r" b="b"/>
            <a:pathLst>
              <a:path w="2366963" h="609600">
                <a:moveTo>
                  <a:pt x="0" y="0"/>
                </a:moveTo>
                <a:lnTo>
                  <a:pt x="2157413" y="0"/>
                </a:lnTo>
                <a:lnTo>
                  <a:pt x="2366963" y="304800"/>
                </a:lnTo>
                <a:lnTo>
                  <a:pt x="2157413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6753225" y="1562398"/>
            <a:ext cx="2366963" cy="609600"/>
          </a:xfrm>
          <a:custGeom>
            <a:avLst/>
            <a:gdLst/>
            <a:ahLst/>
            <a:cxnLst/>
            <a:rect l="l" t="t" r="r" b="b"/>
            <a:pathLst>
              <a:path w="2366963" h="609600">
                <a:moveTo>
                  <a:pt x="0" y="0"/>
                </a:moveTo>
                <a:lnTo>
                  <a:pt x="2157413" y="0"/>
                </a:lnTo>
                <a:lnTo>
                  <a:pt x="2366963" y="304800"/>
                </a:lnTo>
                <a:lnTo>
                  <a:pt x="2157413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Freeform 5"/>
          <p:cNvSpPr/>
          <p:nvPr/>
        </p:nvSpPr>
        <p:spPr>
          <a:xfrm>
            <a:off x="9215438" y="1562398"/>
            <a:ext cx="2366962" cy="609600"/>
          </a:xfrm>
          <a:custGeom>
            <a:avLst/>
            <a:gdLst/>
            <a:ahLst/>
            <a:cxnLst/>
            <a:rect l="l" t="t" r="r" b="b"/>
            <a:pathLst>
              <a:path w="2366962" h="609600">
                <a:moveTo>
                  <a:pt x="0" y="0"/>
                </a:moveTo>
                <a:lnTo>
                  <a:pt x="2157412" y="0"/>
                </a:lnTo>
                <a:lnTo>
                  <a:pt x="2366962" y="304800"/>
                </a:lnTo>
                <a:lnTo>
                  <a:pt x="2157412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609600" y="2181523"/>
            <a:ext cx="11239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828800" y="2181523"/>
            <a:ext cx="236696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4291012" y="2181523"/>
            <a:ext cx="236696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6753225" y="2181523"/>
            <a:ext cx="236696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215438" y="2181523"/>
            <a:ext cx="236696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09600" y="3248323"/>
            <a:ext cx="11239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828800" y="3248323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4291012" y="3248323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53225" y="3248323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9215438" y="3248323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09600" y="4779318"/>
            <a:ext cx="11239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1828800" y="4779318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4291012" y="4779318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6753225" y="4779318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9215438" y="4779318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ユーザーは入口を選んで希望を伝え、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届いた候補から「ここにする」で決める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250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1586" y="17433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入口を選ぶ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4862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6198" y="1743373"/>
            <a:ext cx="108363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075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8411" y="1743373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候補を絞り込む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39288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0623" y="1743373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決めて向かう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593479"/>
            <a:ext cx="3756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画面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85950" y="2595414"/>
            <a:ext cx="65318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8162" y="2595414"/>
            <a:ext cx="200427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チャット、または5つの質問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0375" y="2595414"/>
            <a:ext cx="128717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588" y="2595414"/>
            <a:ext cx="65318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889921"/>
            <a:ext cx="7287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85950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「チャットで話す」か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「質問に答える」を選ぶ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8162" y="3648075"/>
            <a:ext cx="2381631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誰と・食べたいもの・系統・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予算・雰囲気に答える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0375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条件の追加・変更・比較を、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同じ会話のまま頼む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2588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「店舗詳細を見る」から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5420916"/>
            <a:ext cx="35059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5950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案内役の犬 maru が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起動のたびに入口を尋ねる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8162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質問の回答を1文にまとめ、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会話の最初の発言として送る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0375" y="5179070"/>
            <a:ext cx="2381631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地名がなければ現在地の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1km圏から3km圏まで広げて、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主提案1件と別案最大2件を返す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72588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決めたお店を保存一覧に残し、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Google Maps や共有へ進める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252888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3424238" y="1971973"/>
            <a:ext cx="25288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3424238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6238875" y="1971973"/>
            <a:ext cx="25288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6238875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9053512" y="1971973"/>
            <a:ext cx="252888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9053512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1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の主要画面は、起動画面での入口の選択から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店舗詳細の「ここにする」までを順につなぐ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375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" y="5372398"/>
            <a:ext cx="235175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がチャットか質問かを尋ねる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" y="5651004"/>
            <a:ext cx="18022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選んだ入口へそのまま進む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238" y="1629073"/>
            <a:ext cx="3756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012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5688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誰と・食べたいもの・系統・予算・雰囲気をタップで答える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5688" y="5872460"/>
            <a:ext cx="2025789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答えは1文になって会話へ渡る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8875" y="1629073"/>
            <a:ext cx="144551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3650" y="3285530"/>
            <a:ext cx="1256538" cy="7752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候補カードが並んだ会話の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0325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主提案と別案を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同じ大きさのカードで並べる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0325" y="5872460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カードから保存・地図・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店舗詳細へ進む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3512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8288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4962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営業時間・定休日・アクセス・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予算を出典つきで表示する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4962" y="5872460"/>
            <a:ext cx="165508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6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885825" y="2347168"/>
            <a:ext cx="2771775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09950" y="3080593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24250" y="3175843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3389114"/>
            <a:ext cx="3048000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42950" y="4122539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76275" y="4217789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85825" y="4431060"/>
            <a:ext cx="2771775" cy="490538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09950" y="4921597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524250" y="5016847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09600" y="5230118"/>
            <a:ext cx="3048000" cy="9763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2950" y="6206430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76275" y="6301680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076700" y="1562398"/>
          <a:ext cx="7505700" cy="4743153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0750"/>
                <a:gridCol w="5314950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場面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 の判断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62385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場所の指定がない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現在地が使えれば聞き返さず、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周辺を1km圏から3km圏まで広げて探す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現在地が使えなければ理由を伝え、駅名や地名を尋ねる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103263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条件が変わった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変わっていない希望を引き継ぐ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変更点が分かれば選び直し、分からなければ聞き返す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062038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説明や比較を</a:t>
                      </a:r>
                      <a:endParaRPr sz="100"/>
                    </a:p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求められた</a:t>
                      </a:r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カードを出し直さず、メッセージで答える</a:t>
                      </a:r>
                      <a:endParaRPr sz="1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696367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条件に合う店がない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条件に合わない店で数を埋めず、見つからなかったことを伝える</a:t>
                      </a:r>
                      <a:endParaRPr sz="1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は、変わった点だけを反映して選び直し、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足りない情報や見つからないことは言葉で伝える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629073"/>
            <a:ext cx="233705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条件を変えたときの会話の例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4681" y="2099518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2470993"/>
            <a:ext cx="2545080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友だちと和食の定食が食べたい、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141464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3512939"/>
            <a:ext cx="2832354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近くの和食店から、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条件に合う3件を選びました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4681" y="4183410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4554885"/>
            <a:ext cx="254508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やっぱり個室があるところがいい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982468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353943"/>
            <a:ext cx="2832354" cy="723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和食の定食・4,000円以内は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そのままに、個室のある店で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選び直しました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7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4563814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4" name="Picture 3" descr="img_7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400598"/>
            <a:ext cx="1676400" cy="1676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4438948"/>
            <a:ext cx="1065461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23900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7225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8" name="Picture 7" descr="img_7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6672" y="2400598"/>
            <a:ext cx="1676400" cy="1676400"/>
          </a:xfrm>
          <a:prstGeom prst="rect">
            <a:avLst/>
          </a:prstGeom>
        </p:spPr>
      </p:pic>
      <p:pic>
        <p:nvPicPr>
          <p:cNvPr id="9" name="Picture 8" descr="img_7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2344" y="2400598"/>
            <a:ext cx="1676400" cy="1676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740944" y="4438948"/>
            <a:ext cx="912614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855244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88569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5497264" y="1971973"/>
            <a:ext cx="60849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14" name="Picture 13" descr="img_7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8664" y="2400598"/>
            <a:ext cx="1676400" cy="1676400"/>
          </a:xfrm>
          <a:prstGeom prst="rect">
            <a:avLst/>
          </a:prstGeom>
        </p:spPr>
      </p:pic>
      <p:pic>
        <p:nvPicPr>
          <p:cNvPr id="15" name="Picture 14" descr="img_7_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3174" y="2400598"/>
            <a:ext cx="1676400" cy="1676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051774" y="4438948"/>
            <a:ext cx="1066949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166074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099399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9" name="Picture 18" descr="img_7_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7833" y="2400598"/>
            <a:ext cx="1676400" cy="1676400"/>
          </a:xfrm>
          <a:prstGeom prst="rect">
            <a:avLst/>
          </a:prstGeom>
        </p:spPr>
      </p:pic>
      <p:pic>
        <p:nvPicPr>
          <p:cNvPr id="20" name="Picture 19" descr="img_7_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2343" y="2400598"/>
            <a:ext cx="1676400" cy="1676400"/>
          </a:xfrm>
          <a:prstGeom prst="rect">
            <a:avLst/>
          </a:prstGeom>
        </p:spPr>
      </p:pic>
      <p:sp>
        <p:nvSpPr>
          <p:cNvPr id="2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は入口から決定までの場面ごとに姿を変え、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がいま何をしているかを伝える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629073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起動画面と質問画面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096048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375" y="4524673"/>
            <a:ext cx="909197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チャットから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始める？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5272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5272" y="4448473"/>
            <a:ext cx="1508665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質問の横で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虫眼鏡をのぞく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0944" y="4096048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答え終えたとき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5719" y="4524673"/>
            <a:ext cx="750237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探してくる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わん！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7264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会話画面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7264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検索中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7264" y="4448473"/>
            <a:ext cx="75472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走って探す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1774" y="4096048"/>
            <a:ext cx="65922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候補0件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6549" y="4524673"/>
            <a:ext cx="910745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見つから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なかったわん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1774" y="5129510"/>
            <a:ext cx="1497211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検索結果が0件の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ときだけ言う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6433" y="4096048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失敗・取り消し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6433" y="4448473"/>
            <a:ext cx="1059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困った顔になる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0943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決定後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0943" y="4448473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喜ぶ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8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76962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33898"/>
            <a:ext cx="1905000" cy="417165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762000" y="3088184"/>
            <a:ext cx="16002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62000" y="3677245"/>
            <a:ext cx="16002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762000" y="4266307"/>
            <a:ext cx="16002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762000" y="4855369"/>
            <a:ext cx="16002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2590800" y="4025354"/>
            <a:ext cx="3810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2971800" y="396820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2590800" y="417775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95250" y="0"/>
                </a:moveTo>
                <a:lnTo>
                  <a:pt x="95250" y="133350"/>
                </a:lnTo>
                <a:lnTo>
                  <a:pt x="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686050" y="4234904"/>
            <a:ext cx="3810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43250" y="2133898"/>
            <a:ext cx="2762250" cy="417165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295650" y="3083421"/>
            <a:ext cx="2457450" cy="554236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295650" y="3713857"/>
            <a:ext cx="2457450" cy="554236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295650" y="4344293"/>
            <a:ext cx="2457450" cy="554236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295650" y="4974729"/>
            <a:ext cx="2457450" cy="554236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81700" y="4408289"/>
            <a:ext cx="3810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Freeform 18"/>
          <p:cNvSpPr/>
          <p:nvPr/>
        </p:nvSpPr>
        <p:spPr>
          <a:xfrm>
            <a:off x="6362700" y="4351139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534150" y="2133898"/>
            <a:ext cx="1771650" cy="417165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6686550" y="2908697"/>
            <a:ext cx="14668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6686550" y="3677245"/>
            <a:ext cx="14668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8686800" y="1971973"/>
            <a:ext cx="28956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24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は iPhone アプリと Cloudflare Workers の2つで動き、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会話・実行・保存を Durable Objects に分けて持つ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1629073"/>
            <a:ext cx="1618559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システム全体の構成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2286298"/>
            <a:ext cx="121133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iPhone アプリ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2619673"/>
            <a:ext cx="1683258" cy="3604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React Native 0.86</a:t>
            </a:r>
          </a:p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Expo 57・TypeScript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3178671"/>
            <a:ext cx="71247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画面と会話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3388221"/>
            <a:ext cx="156454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起動画面から店舗詳細まで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3767733"/>
            <a:ext cx="470237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SQLite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977283"/>
            <a:ext cx="13783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直近3会話のキャッシュ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4356795"/>
            <a:ext cx="84465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SecureStore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4566345"/>
            <a:ext cx="117681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端末ごとの資格情報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4945856"/>
            <a:ext cx="57378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位置情報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5155406"/>
            <a:ext cx="130435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ユーザーの操作で取得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22068" y="3722489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発言を送る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22068" y="4377779"/>
            <a:ext cx="613565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SSE で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結果を返す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5650" y="2286298"/>
            <a:ext cx="170059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Cloudflare Workers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5650" y="2619673"/>
            <a:ext cx="2574798" cy="3604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HTTPS を Hono 4 で受け、</a:t>
            </a:r>
          </a:p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認証・入力検証をする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0425" y="3169146"/>
            <a:ext cx="1627227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ConversationHistoryDO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0425" y="3369171"/>
            <a:ext cx="143576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会話・発言・実行の受付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0425" y="3799582"/>
            <a:ext cx="70767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ThreadDO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0425" y="3999607"/>
            <a:ext cx="151841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今夜の会話実行（Think）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00425" y="4430018"/>
            <a:ext cx="131890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SavedReferenceDO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0425" y="4630043"/>
            <a:ext cx="156454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保存したお店・決定・条件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00425" y="5060454"/>
            <a:ext cx="91585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TelemetryDO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0425" y="5260479"/>
            <a:ext cx="163589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運用イベント（7日で削除）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58010" y="3945434"/>
            <a:ext cx="523482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Tool から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呼び出す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86550" y="2286298"/>
            <a:ext cx="70829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外部 API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86550" y="2619673"/>
            <a:ext cx="153760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キーは Worker だけが持つ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86550" y="2999184"/>
            <a:ext cx="51930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OpenAI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86550" y="3208734"/>
            <a:ext cx="1544574" cy="3604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gpt-5.6-luna</a:t>
            </a:r>
          </a:p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（推論は low）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86550" y="3767733"/>
            <a:ext cx="1544574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ホットペッパー</a:t>
            </a:r>
          </a:p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グルメサーチAPI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86550" y="4167783"/>
            <a:ext cx="143576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店舗の検索・詳細・写真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1629073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この構成にした理由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58250" y="2200573"/>
            <a:ext cx="2784062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会話と保存の正はサーバーに置き、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端末の SQLite はキャッシュに留める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58250" y="2844403"/>
            <a:ext cx="2784062" cy="6819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生成は実行単位で受け付け、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通信が切れても同じ実行を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再照会して結果を受け取る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58250" y="3724424"/>
            <a:ext cx="2784062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会話と保存はユーザーごとの Durable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Object に分け、他人の会話と混ぜない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58250" y="4368254"/>
            <a:ext cx="2784062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API キーは Worker の secret に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だけ置き、アプリには入れない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65722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14848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752475" y="2740521"/>
            <a:ext cx="133350" cy="85725"/>
          </a:xfrm>
          <a:custGeom>
            <a:avLst/>
            <a:gdLst/>
            <a:ahLst/>
            <a:cxnLst/>
            <a:rect l="l" t="t" r="r" b="b"/>
            <a:pathLst>
              <a:path w="133350" h="85725">
                <a:moveTo>
                  <a:pt x="0" y="0"/>
                </a:moveTo>
                <a:lnTo>
                  <a:pt x="133350" y="0"/>
                </a:lnTo>
                <a:lnTo>
                  <a:pt x="66675" y="8572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09600" y="3044726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Freeform 6"/>
          <p:cNvSpPr/>
          <p:nvPr/>
        </p:nvSpPr>
        <p:spPr>
          <a:xfrm>
            <a:off x="752475" y="3682305"/>
            <a:ext cx="133350" cy="85725"/>
          </a:xfrm>
          <a:custGeom>
            <a:avLst/>
            <a:gdLst/>
            <a:ahLst/>
            <a:cxnLst/>
            <a:rect l="l" t="t" r="r" b="b"/>
            <a:pathLst>
              <a:path w="133350" h="85725">
                <a:moveTo>
                  <a:pt x="0" y="0"/>
                </a:moveTo>
                <a:lnTo>
                  <a:pt x="133350" y="0"/>
                </a:lnTo>
                <a:lnTo>
                  <a:pt x="66675" y="8572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09600" y="4000202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Freeform 8"/>
          <p:cNvSpPr/>
          <p:nvPr/>
        </p:nvSpPr>
        <p:spPr>
          <a:xfrm>
            <a:off x="752475" y="4651474"/>
            <a:ext cx="133350" cy="85725"/>
          </a:xfrm>
          <a:custGeom>
            <a:avLst/>
            <a:gdLst/>
            <a:ahLst/>
            <a:cxnLst/>
            <a:rect l="l" t="t" r="r" b="b"/>
            <a:pathLst>
              <a:path w="133350" h="85725">
                <a:moveTo>
                  <a:pt x="0" y="0"/>
                </a:moveTo>
                <a:lnTo>
                  <a:pt x="133350" y="0"/>
                </a:lnTo>
                <a:lnTo>
                  <a:pt x="66675" y="8572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09600" y="4943773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752475" y="5569446"/>
            <a:ext cx="133350" cy="85725"/>
          </a:xfrm>
          <a:custGeom>
            <a:avLst/>
            <a:gdLst/>
            <a:ahLst/>
            <a:cxnLst/>
            <a:rect l="l" t="t" r="r" b="b"/>
            <a:pathLst>
              <a:path w="133350" h="85725">
                <a:moveTo>
                  <a:pt x="0" y="0"/>
                </a:moveTo>
                <a:lnTo>
                  <a:pt x="133350" y="0"/>
                </a:lnTo>
                <a:lnTo>
                  <a:pt x="66675" y="8572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9600" y="5873651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600950" y="1971973"/>
            <a:ext cx="39814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4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は3つの Tool だけを使い、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応答は respond で1回だけ確定させる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629073"/>
            <a:ext cx="2085689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1回の発言を処理する流れ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911" y="2200573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2050" y="2201466"/>
            <a:ext cx="1366266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発言を受け付ける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2300" y="2223195"/>
            <a:ext cx="337238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Worker が発言を会話に保存し、実行の受付を返す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6911" y="3130451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050" y="3131344"/>
            <a:ext cx="101940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ループを回す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2300" y="3042345"/>
            <a:ext cx="4199382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ThreadDO の Think がモデルを呼ぶ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（1回の発言につき最大6ステップ・60秒）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911" y="4085927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2050" y="4086820"/>
            <a:ext cx="153466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お店の情報を集める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300" y="3984129"/>
            <a:ext cx="4199382" cy="435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search_places</a:t>
            </a: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で探し、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get_place_details</a:t>
            </a: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で詳細を取り直す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911" y="5029498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2050" y="5030391"/>
            <a:ext cx="86106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応答を出す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2300" y="5045273"/>
            <a:ext cx="36912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respond</a:t>
            </a: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で質問・説明・カード提案のどれか1つを返す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911" y="5959376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2050" y="5960269"/>
            <a:ext cx="136131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検証して確定する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2300" y="5871270"/>
            <a:ext cx="4199382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根拠・鮮度・必須条件を確かめて1回だけ確定し、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アプリへ届ける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00950" y="1629073"/>
            <a:ext cx="290726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の回答を根拠に結びつける仕組み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2200573"/>
            <a:ext cx="3886200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どのステップでも Tool の呼び出しを必須にし、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文章だけの返答は確定させない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844403"/>
            <a:ext cx="3886200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1つのステップの中で、店舗情報の読み取りと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応答の確定を混ぜない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488234"/>
            <a:ext cx="3886200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カードの営業時間や予算は、モデルの文章ではなく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取得した店舗情報から付ける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32064"/>
            <a:ext cx="3482280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検証に通らない応答は差し戻し、2回まで直させる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4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4416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4375100" y="1971973"/>
            <a:ext cx="3441651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5" name="Picture 4" descr="img_10_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100" y="5248275"/>
            <a:ext cx="800100" cy="800100"/>
          </a:xfrm>
          <a:prstGeom prst="rect">
            <a:avLst/>
          </a:prstGeom>
        </p:spPr>
      </p:pic>
      <p:pic>
        <p:nvPicPr>
          <p:cNvPr id="6" name="Picture 5" descr="img_10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300" y="5248275"/>
            <a:ext cx="800100" cy="800100"/>
          </a:xfrm>
          <a:prstGeom prst="rect">
            <a:avLst/>
          </a:prstGeom>
        </p:spPr>
      </p:pic>
      <p:pic>
        <p:nvPicPr>
          <p:cNvPr id="7" name="Picture 6" descr="img_10_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1500" y="5248275"/>
            <a:ext cx="800100" cy="800100"/>
          </a:xfrm>
          <a:prstGeom prst="rect">
            <a:avLst/>
          </a:prstGeom>
        </p:spPr>
      </p:pic>
      <p:pic>
        <p:nvPicPr>
          <p:cNvPr id="8" name="Picture 7" descr="img_10_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00" y="5248275"/>
            <a:ext cx="800100" cy="8001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8140601" y="1971973"/>
            <a:ext cx="3441799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0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次は候補の見せ方と maru の会話を広げ、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一軒めのあとの「二軒め」まで一緒に探せるようにする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629073"/>
            <a:ext cx="198043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候補を見比べやすくする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" y="2181523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候補カードを横スワイプの帯で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1枚ずつ見せ、何枚目かを示す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" y="2851845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カードを出した回答の説明文を、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帯の下に畳む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" y="3522166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店舗詳細シートを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新しいカードのデザインにそろえる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5100" y="1629073"/>
            <a:ext cx="1954899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と話しながら選ぶ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6550" y="2181523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いま見ている候補の選定理由を、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が吹き出しで話す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550" y="2851845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結果が出たとき、maru が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お店の雰囲気をひとことで伝える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3522166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一緒に探すキャラクターを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5体から選べるようにする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5100" y="5029200"/>
            <a:ext cx="211339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maru のほかに描き起こし済みの4体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0601" y="1629073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次の一軒までつなぐ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2051" y="2181523"/>
            <a:ext cx="3338454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決定の演出と、「ただいま」から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二軒めを探す流れを作る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2051" y="2851845"/>
            <a:ext cx="3338454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候補が0件のとき、範囲を広げて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探し直すかを検討する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051" y="3522166"/>
            <a:ext cx="3338454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位置情報の許可状態を表示し、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拒否されたときは iOS の設定へ案内する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143625"/>
            <a:ext cx="472223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本資料は consulting-pptx-skill（github.com/carnot-tech/consulting-pptx-skill）で作成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